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22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team. Today we are walking through the complete architecture and technical specification for Staqor v1.0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fundamental problem: LeetCode solves the backend algorithm problem, but frontend engineering is about UI fidelity, DOM events, and interactive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competitor to show where Staqor wins: real UI evaluation + live portfolios.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4 core pillars with the team. Emphasize that these 4 rules are non-negotiable across all code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user journey from browsing a challenge to getting evaluated and sharing the public recruiter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3-tier boundary: client state in React, server verification in Next.js routes, AI inference in Groq LPU.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stack discipline: GSAP only on landing and auth; no heavy state management needed for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zero-quota penalty rule: if the AI service goes down, the user is never penalized an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difference between RUN and SUBMIT: Run is diagnostic coaching; Submit is strict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database structure: attempt_counts must never be reset on a cron; model_solutions must be masked until both caps are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design rules: soft near-black canvas, mint paired with near-black text on solid fills, no GSAP inside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presentation: recap the 8 core engineering rules and emphasize sequential phase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111614"/>
          </a:solidFill>
          <a:ln w="12700">
            <a:solidFill>
              <a:srgbClr val="2635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STAQOR // TEAM TECHNICAL WALKTHROUGH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Staqor: </a:t>
            </a:r>
            <a:r>
              <a:rPr lang="en-US" sz="28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In-Browser IDE &amp; AI Rubric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platform for real-world frontend and component challenges with in-browser split-screen Monaco sandboxing, Groq LPU rubric evaluation (&lt;2.5s), and live interactive recruiter portfolios.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RELEASE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Production MVP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834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ACCENT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0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#ABDAC8 (Sage Mint)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Client Sandboxing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2834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971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ENGINE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8000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LPU (Sub-2.5s)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• STAQOR ENGINEERING KICKOFF SPECIFICATION • VERSION 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 &amp; PROBLEM STATEMENT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2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Coding Platforms Fail Frontend Devs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test runners check stdout assertions, not visual craftsmanship or DOM fidelity.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3A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916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A1414"/>
          </a:solidFill>
          <a:ln w="12700">
            <a:solidFill>
              <a:srgbClr val="4A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PARADIGM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Existing Platforms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Disconnect: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tests binary trees and two-pointer puzzles that ignore CSS layouts, DOM events, and component design.
</a:t>
            </a: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Design Blindness: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Jest/Mocha assertions check return values—they cannot evaluate visual aesthetics, hierarchy, contrast, or responsiveness.
</a:t>
            </a: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"Dead Portfolio" Epidemic: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link static GitHub repos and screenshots that hiring managers and recruiters rarely clone or run locally.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614"/>
          </a:solidFill>
          <a:ln w="12700">
            <a:solidFill>
              <a:srgbClr val="1E3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6916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62B22"/>
          </a:solidFill>
          <a:ln w="12700">
            <a:solidFill>
              <a:srgbClr val="2647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STAQOR FIX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Staqor Solves 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&amp; UI Challenges: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code real HTML/CSS, JS DOM, React, and Vue components inside a multi-tab Monaco IDE with instant preview.
</a:t>
            </a: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Rubric Judge: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submitted code against weighted rubrics (design, logic, edge cases) in &lt;2.5s with qualitative feedback.
</a:t>
            </a:r>
            <a:r>
              <a:rPr lang="en-US" sz="9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Provable Portfolios:
</a:t>
            </a: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solutions generate interactive read-only sandboxes that recruiters can test live in the browser with zero setup.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POSITIONING &amp; COMPETITIVE MATRIX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3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Staqor Outperforms Existing Platforms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execution model, grading philosophy, and recruiter deliverable.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606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TESTING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 MECHANISM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FIDELITY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 PROOF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LeetCode / HackerRank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Algorithms &amp; Big-O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stdout assertions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percentile scores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Mentor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UI reproduction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peer reviews / diffs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snapshot diffs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GitHub repo links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CodeSignal / Codility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test suites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unit test suites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(Brittle regex)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assessment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Staqor (This Platform)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UI, DOM &amp; React Craft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AI Multi-Metric Rubric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Multi-Metric (35%)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Interactive Replay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2062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11614"/>
          </a:solidFill>
          <a:ln w="12700">
            <a:solidFill>
              <a:srgbClr val="2647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Staqor is the only platform combining real-time sandboxed IDE execution, multi-criteria AI rubric grading, and a zero-install live portfolio for tech recruiters.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FOUNDATION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4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Non-Negotiable System Pillars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principles that guide every feature and constraint in Staqor.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Zero-Server Sandboxing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16002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code executes client-side inside an isolated iframe with loop-killers. Zero Docker spin-up lag and zero server execution attack surface.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146304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Judge, Not Test Runners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16002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9718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scores code against weighted multi-criteria JSON rubrics, evaluating code aesthetics, DOM logic, responsiveness, and architecture.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006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Provable Portfolios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16002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718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solutions are stored in MongoDB and rendered with read-only Monaco tabs and live iframe embeds for zero-setup recruiter verification.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46304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Anti-Abuse Economy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834640"/>
            <a:ext cx="16002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718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 / 3 Submit lifetime limits per challenge for Free users prevent API cost inflation and drive high-intent Pro upgrades ($15/mo).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LIFECYCLE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5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Journey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challenge discovery in the browser to landing software engineering job offers.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&amp; 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filters challenge catalog by track (HTML/CSS, JS DOM, React) and difficulty.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In-Browser 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spec, writes code in Monaco, views live debounced iframe render.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3931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3192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Run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RUN (&lt;=5). Groq AI returns rapid design feedback &amp; bug guidance in &lt;2.5s.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8523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11117"/>
          </a:solidFill>
          <a:ln w="12700">
            <a:solidFill>
              <a:srgbClr val="2647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Submit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SUBMIT (&lt;=3). Strict rubric evaluation. &gt;=80% triggers Pass state.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31152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146304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2376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Proof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code publishes to public profile. Recruiters test working solution live.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PERSONAS SERVED ACROSS THE JOURNEY:
</a:t>
            </a: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 Students / Bootcamp Grads: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real UI layouts with immediate AI coaching.
</a:t>
            </a: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Job-Seeking Devs: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provable live portfolios with verified badges.
</a:t>
            </a: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Recruiters &amp; Leads: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verification of candidate code without cloning repos.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SPECIFICATION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6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System Topology &amp; Component Boundaries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3-tier architecture with clean separation of client, gateway, and inference layers.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PRESENTATION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22860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&amp; Auth: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pricing, login/signup (GSAP)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Workspace Shell: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dark theme + Monaco editor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Sandboxed Preview: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iframe srcdoc + loop killer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Portfolio: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Monaco + live replay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LOGIC &amp; API GATEWAY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196596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965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Route Handlers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29000" y="2286000"/>
            <a:ext cx="22860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4231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&amp; Middleware: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Secure HTTP-only cookies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Quota Guard: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lifetime attempt check (5/3)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req/min/IP + 1MB payload ceiling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Adapter: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 &amp; 3-tier retry logic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4630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&amp; INFERENCE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965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+ MongoDB Atlas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72200" y="2286000"/>
            <a:ext cx="228600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4231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LPU Cloud: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Sub-2.5s inference in JSON mode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Atlas: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(users, challenges)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Billing: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for real-time role sync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Masking: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until user attempts spent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DEPENDENCIES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7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Technical Stack &amp; Selection Rationale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library choices for maximum developer speed, low overhead, and high security.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CHOICE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STAQOR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RATIONALE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(App Router)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marketing &amp; auth routes + API handlers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routing, route groups, zero-config APIs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Editor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@monaco-editor/react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Multi-tab editor (HTML/CSS/JS) with syntax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 (VS Code core), robust 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&amp; Styling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+ Shadcn/ui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UI primitives (dialogs, tabs, badges)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runtime CSS overhead, accessible Radix primitives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GSAP + ScrollTrigger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hero reveals, card drift &amp; auth forms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Restrained, confident motion (marketing/auth only)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Inference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SDK (@groq/groq-sdk)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evaluation in JSON mode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Sub-2.5s LPU generation eliminates user wait times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+ Mongoose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rubrics, submissions, stats, attempt caps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schema fits evolving multi-language rubrics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PIPELINE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8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AI Grading Pipeline &amp; 3-Tier Fault Tolerance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Staqor executes, parses, and protects user attempts during AI evaluation.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Monaco Input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93392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402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Check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Quota Guard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39312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8620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Builder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620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Rubric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85232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11117"/>
          </a:solidFill>
          <a:ln w="12700">
            <a:solidFill>
              <a:srgbClr val="2647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5321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LPU Infer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3212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&lt;2.5s JSON Mode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31152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0" y="146304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780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Unlock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7804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Portfolio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274320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PRIMARY INFERENCE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sends structured system prompt demanding strict JSON matching the evaluation schema. Returns in &lt;2.5s.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274320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4290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SELF-CORRECTION RETRY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2900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Groq returns malformed JSON, API automatically triggers one immediate retry with strict "JSON Output Only" instruction.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560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11614"/>
          </a:solidFill>
          <a:ln w="12700">
            <a:solidFill>
              <a:srgbClr val="2647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2743200"/>
            <a:ext cx="1645920" cy="219456"/>
          </a:xfrm>
          <a:prstGeom prst="roundRect">
            <a:avLst>
              <a:gd name="adj" fmla="val 20833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DEDUCTION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722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ZERO-QUOTA OUTAGE FALLBACK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upstream Groq suffers an outage, user receives a clean 503 error WITHOUT deducting their lifetime attempt quota.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OPERATIONAL MATRIX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9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(Diagnostic) vs. SUBMIT (Certification)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the dual evaluation pipeline and state transitions.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PIPELINE (DIAGNOSTIC CHECK)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PIPELINE (FORMAL CERTIFICATION)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Objective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debugging, design feedback &amp; styling sanity check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grading against challenge rubric to earn credit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Quota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attempts max per challenge (Free Tier)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attempts max per challenge (Free Tier)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Strictness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Encouraging, diagnostic; highlights missing CSS/JS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Rigorous, unsparing; strictly grades weighted percentage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 Threshold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(Feedback only; does not award pass/fail status)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80% overall weighted score required to 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Increments run_count; writes transient attempt log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Increments submit_count; writes permanent submission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(Does not alter public recruiter profile)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ABDA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Pass: Unlocks public portfolio entry &amp; live replay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Remains strictly masked from client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Unlocked ONLY after both Run (&gt;=5) &amp; Submit (&gt;=3) spent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DATABASE ARCHITECTURE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10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Sandboxing &amp; MongoDB Entity Models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iframe origin boundaries, loop killer protection, and flexible document schemas.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Sandboxing Security Controls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Iframe Sandbox Isolation: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Uses sandbox="allow-scripts allow-modals". NEVER combine allow-same-origin with allow-scripts. Guarantees user code cannot access parent DOM or JWT cookies.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Infinite Loop Killer: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Injects a 2000ms timeout wrapper around while and for loops in user JS before srcdoc execution, preventing browser tab freezes.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 &amp; Payload Caps: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Enforces 10 req/min per IP on /api/evaluate and caps submissions to 1MB to prevent prompt injection DDoS.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Core Collections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email, username, password_hash (bcrypt), role (free/pro/admin), stats (solves, badges).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challenges: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slug, title, track, difficulty, spec_markdown, starter_code, model_solution (masked), rubric array.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submissions: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user_id, challenge_id, code_submitted, attempt_type, score, passed, groq_response, is_public.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attempt_counts: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user_id, challenge_id, run_count, submit_count. Lifetime hard limit; never reset on a cron.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UI ARCHITECTURE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11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Mood UI System: Lawtrades to LeetCode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v2 specifications: near-black canvas with sage mint accents.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Connected Visual Moods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Landing + Auth Mode (GSAP):
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Lawtrades-inspired UI language on soft near-black (#0A0A0F). Floating overlapping cards, dotted connectors, generous whitespace, 16-24px rounded corners. GSAP hero reveals and auth form transitions.
</a:t>
            </a: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App Shell Mode (LeetCode-Dense):
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near-black DNA (#0A0A0F / #111117) but tightened up—utilitarian, dense, code-first. Mint #ABDAC8 reserved for active tabs and buttons. Strictly NO GSAP in workspace.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60% Split Workspace Layout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Left Pane (Problem Spec):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Challenge title, track badge, attempt counters (Runs: 2/5 | Submits: 1/3)
  - Spec tabs: Problem statement, design spec, and rubric
  - Slide-in AI feedback drawer after Run/Submit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60% Right Pane (Monaco + Live Preview):
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Multi-tab switch (index.html, styles.css, script.js)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Action bar: Reset, Fullscreen, RUN (outline), SUBMIT (solid mint)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Sandboxed live preview iframe with real-time reload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&amp; GOVERNANCE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406640" y="25603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6161F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12 OF 12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"/>
            <a:ext cx="8046720" cy="0"/>
          </a:xfrm>
          <a:prstGeom prst="line">
            <a:avLst/>
          </a:prstGeom>
          <a:noFill/>
          <a:ln w="12700">
            <a:solidFill>
              <a:srgbClr val="262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&amp; Non-Negotiable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milestone execution plan and core development rules for Staqor v1.0.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11117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D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0: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 &amp; DB connection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in cookies + GSAP form entrance
</a:t>
            </a:r>
            <a:r>
              <a:rPr lang="en-US" sz="850" b="1" dirty="0">
                <a:solidFill>
                  <a:srgbClr val="AB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MVP (Single challenge end-to-end)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3: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Studio + "Sandbox Tester" + Content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4: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 &amp; Recruiter live replay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5: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monetization &amp; Pro tier unlocks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6: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rate limiting &amp; edge cases
</a:t>
            </a: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begin Phase N+1 until Phase N is 100% complete.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171010"/>
          </a:solidFill>
          <a:ln w="12700">
            <a:solidFill>
              <a:srgbClr val="3A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Engineering Commandments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Server Code Execution: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iframe only.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Strict Sandbox Isolation: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same-origin + scripts.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Lifetime Attempt Limits: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reset on cron.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First, Not Unit Tests: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rubric grading.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Solution Masking: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until caps spent.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Zero Quota Penalty on Outages: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deduction on 500.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Bcrypt Hashes Only: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plaintext passwords.
</a:t>
            </a:r>
            <a:r>
              <a:rPr lang="en-US" sz="8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Phase Discipline: </a:t>
            </a: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Phase N before Phase N+1.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2471</Words>
  <Application>Microsoft Office PowerPoint</Application>
  <PresentationFormat>On-screen Show (16:9)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Staqor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Staqor — Team Technical Walkthrough &amp; Architecture Specification</dc:title>
  <dc:subject>PptxGenJS Presentation</dc:subject>
  <dc:creator>Staqor Engineering</dc:creator>
  <cp:lastModifiedBy>Mayank Dev</cp:lastModifiedBy>
  <cp:revision>1</cp:revision>
  <dcterms:created xsi:type="dcterms:W3CDTF">2026-08-28T06:38:49Z</dcterms:created>
  <dcterms:modified xsi:type="dcterms:W3CDTF">2026-08-28T06:39:55Z</dcterms:modified>
</cp:coreProperties>
</file>